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6E56"/>
                </a:solidFill>
                <a:latin typeface="IBM Plex Mono"/>
              </a:defRPr>
            </a:pPr>
            <a:r>
              <a:t>FLUJO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51A24"/>
                </a:solidFill>
                <a:latin typeface="Calibri"/>
              </a:defRPr>
            </a:pPr>
            <a:r>
              <a:t>Paul: Flujo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6472"/>
                </a:solidFill>
                <a:latin typeface="Calibri"/>
              </a:defRPr>
            </a:pPr>
            <a:r>
              <a:t>Los procesos reales del sistema, de punta a punta - Stellar Odyssey Peru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1A24"/>
                </a:solidFill>
                <a:latin typeface="Calibri"/>
              </a:defRPr>
            </a:pPr>
            <a:r>
              <a:t>1. Registro y aprovisionamiento de wallet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64240" cy="25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34440"/>
            <a:ext cx="11064240" cy="260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1A24"/>
                </a:solidFill>
                <a:latin typeface="Calibri"/>
              </a:defRPr>
            </a:pPr>
            <a:r>
              <a:t>2. Registro de factura y validacion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64240" cy="25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34440"/>
            <a:ext cx="11064240" cy="38519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1A24"/>
                </a:solidFill>
                <a:latin typeface="Calibri"/>
              </a:defRPr>
            </a:pPr>
            <a:r>
              <a:t>3. Asignacion a un pool, fraccionamiento y registro on-chain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64240" cy="25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o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34440"/>
            <a:ext cx="11064240" cy="33450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1A24"/>
                </a:solidFill>
                <a:latin typeface="Calibri"/>
              </a:defRPr>
            </a:pPr>
            <a:r>
              <a:t>4. Aporte del inversionista: cotizar y confirmar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64240" cy="25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o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34440"/>
            <a:ext cx="11064240" cy="2268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1A24"/>
                </a:solidFill>
                <a:latin typeface="Calibri"/>
              </a:defRPr>
            </a:pPr>
            <a:r>
              <a:t>5. Liquidacion de tramo: pago real y quema de fracciones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1064240" cy="25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o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34440"/>
            <a:ext cx="11064240" cy="2577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